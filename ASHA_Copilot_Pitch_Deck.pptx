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20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06B6D4"/>
                </a:solidFill>
                <a:latin typeface="Poppins"/>
              </a:defRPr>
            </a:pPr>
            <a:r>
              <a:t>ASHA COPILOT</a:t>
            </a:r>
          </a:p>
          <a:p>
            <a:pPr>
              <a:spcBef>
                <a:spcPts val="1000"/>
              </a:spcBef>
              <a:defRPr sz="2400">
                <a:solidFill>
                  <a:srgbClr val="FFFFFF"/>
                </a:solidFill>
                <a:latin typeface="Inter"/>
              </a:defRPr>
            </a:pPr>
            <a:r>
              <a:t>Empowering Rural Health with Agentic AI &amp; Offline RAG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  <a:latin typeface="Inter"/>
              </a:defRPr>
            </a:pPr>
            <a:r>
              <a:t>Theme: Generative AI &amp; Agentic AI (Open Innovation Track)</a:t>
            </a:r>
          </a:p>
          <a:p>
            <a:pPr>
              <a:spcBef>
                <a:spcPts val="5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HackArena 2.0 Hyderabad Zonals | Online Submission Round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Poppins"/>
              </a:defRPr>
            </a:pPr>
            <a:r>
              <a:t>Problem Statement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Structural bottlenecks faced by 1 Million+ rural Accredited Social Health Activists (ASHA) in India: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45920"/>
          <a:ext cx="108200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962095"/>
              </a:tblGrid>
              <a:tr h="82296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06B6D4"/>
                          </a:solidFill>
                        </a:defRPr>
                      </a:pPr>
                      <a:r>
                        <a:t>Bottleneck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06B6D4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06B6D4"/>
                          </a:solidFill>
                        </a:defRPr>
                      </a:pPr>
                      <a:r>
                        <a:t>Real-World Impact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Messy Paper Trails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Digitizing logs from handwritten paper books is tedious and error-prone.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High-risk patient follow-ups are severely delayed.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Language Barrier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Policies/schemes are in English/Hindi; workers speak regional languages (e.g. Telugu).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Misunderstood welfare criteria, causing lost benefits.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Zero/Low Internet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Unstable networks in deep rural sectors crash standard cloud copilots.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AI support is completely offline when actively in patient homes.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Cognitive Overload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ASHA workers must track 100+ overlapping pregnancy &amp; nutrition schemes.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Out-of-department advice errors (nutrition leak into farming).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Poppins"/>
              </a:defRPr>
            </a:pPr>
            <a:r>
              <a:t>Proposed Solution: ASHA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201168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6B6D4"/>
                </a:solidFill>
              </a:defRPr>
            </a:pPr>
            <a:r>
              <a:t>🎙️ Regional Voice System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Dynamic speech-to-text / text-to-speech engine running natively in English, Telugu, and Hindi.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5255" y="1645920"/>
            <a:ext cx="5120640" cy="201168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A855F7"/>
                </a:solidFill>
              </a:defRPr>
            </a:pPr>
            <a:r>
              <a:t>📸 Gemini OCR Digitizer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Converts messy handwritten log sheets into structured patient databases instantly with Vision LLMs.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23360"/>
            <a:ext cx="5120640" cy="201168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0B981"/>
                </a:solidFill>
              </a:defRPr>
            </a:pPr>
            <a:r>
              <a:t>📶 Dexie Hybrid Cache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Syncs database online, matches prior offline logs, and performs local RAG when internet disappears.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5255" y="4023360"/>
            <a:ext cx="5120640" cy="201168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EF4444"/>
                </a:solidFill>
              </a:defRPr>
            </a:pPr>
            <a:r>
              <a:t>🛡️ Policy Scoping Shield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Locks instructions and scheme suggestions strictly to the active health/nutrition category.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Poppins"/>
              </a:defRPr>
            </a:pPr>
            <a:r>
              <a:t>Pillar Details: Offline-First &amp; Voice Audio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6B6D4"/>
                </a:solidFill>
              </a:defRPr>
            </a:pPr>
            <a:r>
              <a:t>📶 1. Hybrid Offline Architecture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• Local Dexie.js DB stores full patient visit logs directly in the browser IndexedDB.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• Automatic history lookup fetches prior answers instantly in Offline mode.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• Local RAG uses medical guidelines offline, so no internet is required during field checkups.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• Automatic server sync pushes records once online gateway is active.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5255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A855F7"/>
                </a:solidFill>
              </a:defRPr>
            </a:pPr>
            <a:r>
              <a:t>🔊 2. Interactive TTS Audio Controls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• Muted-by-Default speech layout prevents accidental public clinical readouts in front of patients.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• Global toggle switch allows user to enable voice read-aloud system wide.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• On-demand speaker triggers next to every response allow custom individual listening.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• Natively runs in Telugu, English, and Hindi using zero-bandwidth client HTML5 speech synthesis.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Poppins"/>
              </a:defRPr>
            </a:pPr>
            <a:r>
              <a:t>System Workflow &amp; Data Processing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26080"/>
            <a:ext cx="22860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ASHA Worker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926080"/>
            <a:ext cx="22860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Agentic Router</a:t>
            </a:r>
            <a:br/>
            <a:r>
              <a:t>(FastAPI)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22860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Dexie DB Search</a:t>
            </a:r>
            <a:br/>
            <a:r>
              <a:t>(Offline Cache)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206240"/>
            <a:ext cx="22860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Gemini 2.5 Flash</a:t>
            </a:r>
            <a:br/>
            <a:r>
              <a:t>(Cloud Reasoning)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926080"/>
            <a:ext cx="228600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Verified Output</a:t>
            </a:r>
            <a:br/>
            <a:r>
              <a:t>&amp; Local Sync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71800" y="3383280"/>
            <a:ext cx="45720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715000" y="3383280"/>
            <a:ext cx="45720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715000" y="3383280"/>
            <a:ext cx="45720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458200" y="2103120"/>
            <a:ext cx="45720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458200" y="4663440"/>
            <a:ext cx="45720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6928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6B6D4"/>
                </a:solidFill>
              </a:defRPr>
            </a:pPr>
            <a:r>
              <a:t>🔑 Key Advantage: The agent dynamically splits requests—routing queries locally to save cloud traffic and cellular data, fallback routing to cloud Gemini only when network is online.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Poppins"/>
              </a:defRPr>
            </a:pPr>
            <a:r>
              <a:t>Dynamic Department Scoping &amp; Clinical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6B6D4"/>
                </a:solidFill>
              </a:defRPr>
            </a:pPr>
            <a:r>
              <a:t>🎯 Dynamic Scoping Guardrails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ASHA Copilot locks guidelines and schemes tightly to active sidebar department.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Prevents cross-contamination (e.g. asking pregnancy rules in Agriculture results in a polite refusal asking to switch sections).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Reduces AI hallucinations completely inside critical rural administration workflows.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Ensures high quality matching with official Ministry guidelines.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5255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EF4444"/>
                </a:solidFill>
              </a:defRPr>
            </a:pPr>
            <a:r>
              <a:t>🏥 Clinical BP Alerts &amp; High-Risk Flags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Built-in parsing flags systolic BP &gt;= 140 or diastolic BP &gt;= 90 as immediate high risk.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Renders bold warning badges and triggers safety hospital referral directions.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Inline patient grid allows the health worker to correct optical scan errors prior to database sync.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Seamless integration with state emergency obstetric care centers.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Poppins"/>
              </a:defRPr>
            </a:pPr>
            <a:r>
              <a:t>Production-Ready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Built on lightweight, lightning-fast, and secure engineering structures: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45920"/>
          <a:ext cx="108200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5059375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06B6D4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06B6D4"/>
                          </a:solidFill>
                        </a:defRPr>
                      </a:pPr>
                      <a:r>
                        <a:t>Technology Used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06B6D4"/>
                          </a:solidFill>
                        </a:defRPr>
                      </a:pPr>
                      <a:r>
                        <a:t>Engineered Advantages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Next.js 15, TailwindCSS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Widescreen government dashboard locked height viewport &amp; cyber aesthetics.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Local Offline DB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Dexie.js (IndexedDB)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High-performance cache, instant search, and transaction support offline.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Backend Gateway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FastAPI (Asynchronous Python)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High concurrency, blazing fast request routing and strict security guardrails.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Generative Vision AI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Gemini 2.5 Flash API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Fastest multimodal transcriptions for handwritten registers &amp; Aadhaar cards.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Regional Speech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Web Speech API (HTML5)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Runs 100% on-device, preserving massive cloud cellular data charges.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Poppins"/>
              </a:defRPr>
            </a:pPr>
            <a:r>
              <a:t>Feasibility &amp; Phased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8328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Phase 1: Mobilization &amp; PWA Setup</a:t>
            </a:r>
          </a:p>
          <a:p>
            <a:pPr>
              <a:spcBef>
                <a:spcPts val="1500"/>
              </a:spcBef>
              <a:defRPr sz="1300">
                <a:solidFill>
                  <a:srgbClr val="FFFFFF"/>
                </a:solidFill>
              </a:defRPr>
            </a:pPr>
            <a:r>
              <a:t>Package ASHA Copilot as a highly compressed Progressive Web App (PWA). Deploys instantly on entry-level Android devices without App Store bandwidth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Phase 2: PHC Node RAG Access</a:t>
            </a:r>
          </a:p>
          <a:p>
            <a:pPr>
              <a:spcBef>
                <a:spcPts val="1500"/>
              </a:spcBef>
              <a:defRPr sz="1300">
                <a:solidFill>
                  <a:srgbClr val="FFFFFF"/>
                </a:solidFill>
              </a:defRPr>
            </a:pPr>
            <a:r>
              <a:t>Setup localized offline vector RAG caches on Block Primary Health Center micro-servers. Allows zero-internet local protocol updates during offline weekly meetings.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645920"/>
            <a:ext cx="338328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Phase 3: ABDM Data Integration</a:t>
            </a:r>
          </a:p>
          <a:p>
            <a:pPr>
              <a:spcBef>
                <a:spcPts val="1500"/>
              </a:spcBef>
              <a:defRPr sz="1300">
                <a:solidFill>
                  <a:srgbClr val="FFFFFF"/>
                </a:solidFill>
              </a:defRPr>
            </a:pPr>
            <a:r>
              <a:t>Establish fully encrypted zero-knowledge pipeline syncing verified register databases securely with the National Health Registry (ABDM) via strict HIPAA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Poppins"/>
              </a:defRPr>
            </a:pPr>
            <a:r>
              <a:t>Measurable Social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6400">
                <a:solidFill>
                  <a:srgbClr val="06B6D4"/>
                </a:solidFill>
                <a:latin typeface="Poppins"/>
              </a:defRPr>
            </a:pPr>
            <a:r>
              <a:t>90%</a:t>
            </a:r>
          </a:p>
          <a:p>
            <a:pPr algn="ctr">
              <a:spcBef>
                <a:spcPts val="1500"/>
              </a:spcBef>
              <a:defRPr b="1" sz="1600">
                <a:solidFill>
                  <a:srgbClr val="FFFFFF"/>
                </a:solidFill>
              </a:defRPr>
            </a:pPr>
            <a:r>
              <a:t>Time Saved in Data Logging</a:t>
            </a:r>
          </a:p>
          <a:p>
            <a:pPr algn="ctr"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Reduces ASHA worker paper logging from 1 hr to 3 mins.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6400">
                <a:solidFill>
                  <a:srgbClr val="EF4444"/>
                </a:solidFill>
                <a:latin typeface="Poppins"/>
              </a:defRPr>
            </a:pPr>
            <a:r>
              <a:t>100%</a:t>
            </a:r>
          </a:p>
          <a:p>
            <a:pPr algn="ctr">
              <a:spcBef>
                <a:spcPts val="1500"/>
              </a:spcBef>
              <a:defRPr b="1" sz="1600">
                <a:solidFill>
                  <a:srgbClr val="FFFFFF"/>
                </a:solidFill>
              </a:defRPr>
            </a:pPr>
            <a:r>
              <a:t>BP Clinical Warning Rate</a:t>
            </a:r>
          </a:p>
          <a:p>
            <a:pPr algn="ctr"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Guarantees high-risk cases are immediately caught &amp; referred.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645920"/>
            <a:ext cx="33832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6400">
                <a:solidFill>
                  <a:srgbClr val="10B981"/>
                </a:solidFill>
                <a:latin typeface="Poppins"/>
              </a:defRPr>
            </a:pPr>
            <a:r>
              <a:t>98%</a:t>
            </a:r>
          </a:p>
          <a:p>
            <a:pPr algn="ctr">
              <a:spcBef>
                <a:spcPts val="1500"/>
              </a:spcBef>
              <a:defRPr b="1" sz="1600">
                <a:solidFill>
                  <a:srgbClr val="FFFFFF"/>
                </a:solidFill>
              </a:defRPr>
            </a:pPr>
            <a:r>
              <a:t>Welfare Inclusivity Rate</a:t>
            </a:r>
          </a:p>
          <a:p>
            <a:pPr algn="ctr"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Ensures eligible families receive correct financial benefits.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Poppins"/>
              </a:defRPr>
            </a:pPr>
            <a:r>
              <a:t>Scalability Roadmap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6B6D4"/>
                </a:solidFill>
              </a:defRPr>
            </a:pPr>
            <a:r>
              <a:t>🔮 Future Scalability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1. regional dialects: Integrating local colloquial accent recognition models.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2. Fully Offline LLMs: Porting lightweight quantized models (like Gemma 2B) directly onto Android hardware.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3. Multi-Department Expansion: Spanning the AI copilot framework to child care centers (Anganwadi) &amp; agricultural hubs.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5255" y="1645920"/>
            <a:ext cx="502920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A855F7"/>
                </a:solidFill>
              </a:defRPr>
            </a:pPr>
            <a:r>
              <a:t>🌟 ASHA Copilot Mission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ASHA Copilot isn't just a technical solution; it's a social empowerment framework built using bleeding-edge Generative AI and Agentic structures.</a:t>
            </a:r>
            <a:br/>
            <a:br/>
            <a:r>
              <a:t>By overcoming internet outages, language boundaries, and messy paper workflows, we elevate the quality of rural healthcare delivery—saving precious maternal lives and ensuring zero leakages in national welfare 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